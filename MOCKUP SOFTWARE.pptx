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50" d="100"/>
          <a:sy n="50" d="100"/>
        </p:scale>
        <p:origin x="201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6F947-4C01-4FF0-ABE0-18FD5E999EE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76614-BFFB-44DB-8D14-26474595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48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76614-BFFB-44DB-8D14-26474595B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62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A072-11DE-3A6B-E633-6D6D4629C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B38FD-09FC-1213-51B0-FF5F288CB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33972-A191-B710-389A-2EC70470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AEEC9-91FC-315D-0DD6-D44C3B85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3F8F9-D397-A319-300F-EE5FF697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8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3DAE-7B1E-B4C6-8137-424882EF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11CE6-5559-FEA6-5784-4D8F95239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D4C4-9D23-D335-B5CF-8ACBFA0F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116B1-DEB5-6CC1-6ED6-D8962030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8D2BF-E064-9304-E240-39C8BDF1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8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DD55-CDA3-6C52-F86B-7FD6F046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65FD3-52BE-AB55-7BD4-0EBA227A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889A5-91E6-9C35-015E-5F581641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7C8E-0438-5C2C-4B8D-102B28D4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C484A-9558-B5CD-C43A-DCCED821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3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1F80-232C-DA0B-21FA-0C8B617E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2413-FC33-CBAD-CA44-9A92B534E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1F1D9-D2E2-20FB-659D-BF8695F7A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9A65A-83CD-3F33-E97F-CF8CACC2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836AD-33B5-E343-DDDE-BEF9C0AA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FEF16-7F80-7037-06C7-189539C7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7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1CE7-AAC5-C0A7-4380-53BBE576B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8D2E9-B776-FE54-3086-0BE2D8930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29219-BE12-E3BC-5A99-2CB17E0F0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2FE64-682C-175C-7874-84FED3565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7EFB9-71B5-55A2-6D62-4E9A1DCB3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92620E-C893-8FC4-2C57-DCC74E44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34A12-210A-C25D-AF92-1640049D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2F18B-CE7D-EF32-1A3C-07281126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44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D034-9D12-A9D9-1A1B-DE699304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369DA-9E8B-237D-FFA0-9B98DCDD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A0DF2-F717-5263-E21E-ED35BF41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0974-958D-AA81-AFCA-26DDB7EB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5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FB3DF-6919-B504-00E5-85E612F1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06A29-0ADE-372E-E678-D289E1F9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90E75-7EA2-A9CE-7BBC-FE185EFF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AAA0-788D-71E2-8CA3-4A11D555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68DA9-2555-F164-2FC5-4771BD7A1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E3E46-4CF1-479C-E333-76DCBDBA8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26FE-F0B9-11BC-CEDC-5009CA3D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7099A-7988-3072-2B25-EA8B2D36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0548C-1B71-23A3-BB38-DA7C40AF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8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F293-DB94-C280-DD57-7F5D4AC4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F2673F-533C-1A75-79E8-2A4F3CB201A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1EEB8-D9DE-6763-BAB6-C193E39C2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812C8-24C3-200E-7D72-414451F37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FECD2-151A-E886-A5B9-41971067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86E64-3F10-9529-E673-F392C66E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2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C1F9-7CBA-F608-E03F-DF682CC2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72B9F-BDBE-6A0F-3BB1-B2282D01C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0E859-DF66-410F-6628-E96FFCC7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C26A4-CDE7-C233-9830-1E235A14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7137-B6C8-7F1E-6E03-FDD25C82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5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09652-ACE0-1F18-82A7-C49C7F22E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EF091-3C2D-3C39-058B-DC928FC23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B3326-A95D-0E76-C8D2-A3E9DA17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B42F3-9710-FFF0-3203-F7ABFE47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0E1B9-8278-F018-B5BB-7ED398A9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E0878-6326-B64B-5E64-BAC65C4F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288DE-5252-2855-6EB9-D0385F5D4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116B2-DE6C-2E0B-A88C-86F0B445D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9211E-8A79-4C14-976F-3199B63527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4BB40-B9E2-BDAA-2A6A-7A363C536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8033-45BC-5370-4625-B803CDA17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1530D-5941-42C8-98F3-62915B3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314276-6870-57C7-0C78-6367F97D4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9" y="0"/>
            <a:ext cx="11555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8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155D28-08C5-51F0-E121-3EAFA331C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8" y="0"/>
            <a:ext cx="9763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6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Aldi Nursepta</dc:creator>
  <cp:lastModifiedBy>Aldi Nursepta</cp:lastModifiedBy>
  <cp:revision>1</cp:revision>
  <dcterms:created xsi:type="dcterms:W3CDTF">2026-10-20T07:10:58Z</dcterms:created>
  <dcterms:modified xsi:type="dcterms:W3CDTF">2026-10-20T07:14:14Z</dcterms:modified>
</cp:coreProperties>
</file>